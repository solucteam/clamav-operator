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502920"/>
            <a:ext cx="1463040" cy="1463040"/>
          </a:xfrm>
          <a:prstGeom prst="ellipse">
            <a:avLst/>
          </a:prstGeom>
          <a:solidFill>
            <a:srgbClr val="1B2A3E"/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0" y="54864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🛡️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ClamAV Operator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3200400" y="2944368"/>
            <a:ext cx="27432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063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Kubernetes-native antivirus scanning — Production Ready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216" y="3703320"/>
            <a:ext cx="1463040" cy="320040"/>
          </a:xfrm>
          <a:prstGeom prst="rect">
            <a:avLst/>
          </a:prstGeom>
          <a:solidFill>
            <a:srgbClr val="243447"/>
          </a:solidFill>
          <a:ln w="12700">
            <a:solidFill>
              <a:srgbClr val="0D8C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3703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Operator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12848" y="3703320"/>
            <a:ext cx="1463040" cy="320040"/>
          </a:xfrm>
          <a:prstGeom prst="rect">
            <a:avLst/>
          </a:prstGeom>
          <a:solidFill>
            <a:srgbClr val="243447"/>
          </a:solidFill>
          <a:ln w="12700">
            <a:solidFill>
              <a:srgbClr val="0D8C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12848" y="3703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ClamAV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0" y="3703320"/>
            <a:ext cx="1463040" cy="320040"/>
          </a:xfrm>
          <a:prstGeom prst="rect">
            <a:avLst/>
          </a:prstGeom>
          <a:solidFill>
            <a:srgbClr val="243447"/>
          </a:solidFill>
          <a:ln w="12700">
            <a:solidFill>
              <a:srgbClr val="0D8C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3703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v3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68112" y="3703320"/>
            <a:ext cx="1463040" cy="320040"/>
          </a:xfrm>
          <a:prstGeom prst="rect">
            <a:avLst/>
          </a:prstGeom>
          <a:solidFill>
            <a:srgbClr val="243447"/>
          </a:solidFill>
          <a:ln w="12700">
            <a:solidFill>
              <a:srgbClr val="0D8C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68112" y="3703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95744" y="3703320"/>
            <a:ext cx="1463040" cy="320040"/>
          </a:xfrm>
          <a:prstGeom prst="rect">
            <a:avLst/>
          </a:prstGeom>
          <a:solidFill>
            <a:srgbClr val="243447"/>
          </a:solidFill>
          <a:ln w="12700">
            <a:solidFill>
              <a:srgbClr val="0D8C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95744" y="3703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GitOps-Ready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243447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8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Équipe  • 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un opérateur ClamAV pour Kubernetes 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31920" cy="1417320"/>
          </a:xfrm>
          <a:prstGeom prst="rect">
            <a:avLst/>
          </a:prstGeom>
          <a:solidFill>
            <a:srgbClr val="1B2A3E"/>
          </a:solidFill>
          <a:ln w="12700">
            <a:solidFill>
              <a:srgbClr val="24344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801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2801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d'intégration native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ClamAV n'est pas conçu pour Kubernetes — pas de CRD, pas de scheduling, pas d'orchestration.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1143000"/>
            <a:ext cx="3931920" cy="1417320"/>
          </a:xfrm>
          <a:prstGeom prst="rect">
            <a:avLst/>
          </a:prstGeom>
          <a:solidFill>
            <a:srgbClr val="1B2A3E"/>
          </a:solidFill>
          <a:ln w="12700">
            <a:solidFill>
              <a:srgbClr val="24344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2801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57800" y="12801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manuels non scalables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691640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des scans à la main nœud par nœud ne passe pas à l'échelle en cluster. Aucune visibilité centralisée.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3931920" cy="1417320"/>
          </a:xfrm>
          <a:prstGeom prst="rect">
            <a:avLst/>
          </a:prstGeom>
          <a:solidFill>
            <a:srgbClr val="1B2A3E"/>
          </a:solidFill>
          <a:ln w="12700">
            <a:solidFill>
              <a:srgbClr val="24344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28803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7280" y="28803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observabilité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291840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métriques Prometheus, pas d'alertes en cas d'infection, aucun historique de scans.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2743200"/>
            <a:ext cx="3931920" cy="1417320"/>
          </a:xfrm>
          <a:prstGeom prst="rect">
            <a:avLst/>
          </a:prstGeom>
          <a:solidFill>
            <a:srgbClr val="1B2A3E"/>
          </a:solidFill>
          <a:ln w="12700">
            <a:solidFill>
              <a:srgbClr val="24344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8803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257800" y="28803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Rescans complets coûteux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3291840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cache incrémental, chaque scan relit tous les fichiers — CPU et temps gaspillés sur des fichiers inchangés.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9728"/>
            <a:ext cx="54864" cy="5303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109728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667512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des composants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65176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6012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(Go)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81328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09344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4813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NodeScan Controller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29968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157984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0299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ClusterScan Controller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578608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706624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5786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ScanSchedule Controller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127248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255264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1272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Validation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675888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803904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6758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Checks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224528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4352544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2245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Prometheus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83280" y="960120"/>
            <a:ext cx="2651760" cy="438912"/>
          </a:xfrm>
          <a:prstGeom prst="rect">
            <a:avLst/>
          </a:prstGeom>
          <a:solidFill>
            <a:srgbClr val="0D8C75"/>
          </a:solidFill>
          <a:ln w="12700">
            <a:solidFill>
              <a:srgbClr val="0D8C7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83280" y="96012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CRDs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383280" y="1481328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0440" y="1609344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94760" y="14813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NodeScan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83280" y="2029968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20440" y="2157984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94760" y="20299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ClusterScan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383280" y="2578608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20440" y="2706624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94760" y="25786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ScanPolicy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383280" y="3127248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20440" y="3255264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94760" y="31272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ScanSchedule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383280" y="3675888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20440" y="3803904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94760" y="36758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ScanCacheResource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55080" y="960120"/>
            <a:ext cx="265176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355080" y="96012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Node.js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355080" y="1481328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92240" y="1609344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66560" y="14813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(clamscan)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355080" y="2029968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92240" y="2157984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66560" y="20299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(clamd)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355080" y="2578608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92240" y="2706624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66560" y="25786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Freshclam CronJob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355080" y="3127248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92240" y="3255264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66560" y="31272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incrémental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355080" y="3675888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92240" y="3803904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66560" y="36758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par nœud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355080" y="4224528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492240" y="4352544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766560" y="42245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JSON/TXT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3063240" y="2651760"/>
            <a:ext cx="50292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496312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9A7"/>
                </a:solidFill>
              </a:rPr>
              <a:t>▶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6080760" y="2651760"/>
            <a:ext cx="50292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55080" y="2496312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9A7"/>
                </a:solidFill>
              </a:rPr>
              <a:t>▶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Custom Resource Definitions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abstractions Kubernetes de l'opérateur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600200" cy="3200400"/>
          </a:xfrm>
          <a:prstGeom prst="rect">
            <a:avLst/>
          </a:prstGeom>
          <a:solidFill>
            <a:srgbClr val="1B2A3E"/>
          </a:solidFill>
          <a:ln w="12700">
            <a:solidFill>
              <a:srgbClr val="24344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16002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🖥️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47472" y="1527048"/>
            <a:ext cx="1453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NodeScan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" y="2011680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D8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nodescans.clamav.io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1234440" cy="18288"/>
          </a:xfrm>
          <a:prstGeom prst="rect">
            <a:avLst/>
          </a:prstGeom>
          <a:solidFill>
            <a:srgbClr val="243447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23160"/>
            <a:ext cx="1417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 un scan antivirus sur un nœud spécifique. Crée un Job scanner avec la ScanPolicy choisie.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34540" y="960120"/>
            <a:ext cx="1600200" cy="3200400"/>
          </a:xfrm>
          <a:prstGeom prst="rect">
            <a:avLst/>
          </a:prstGeom>
          <a:solidFill>
            <a:srgbClr val="1B2A3E"/>
          </a:solidFill>
          <a:ln w="12700">
            <a:solidFill>
              <a:srgbClr val="24344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34540" y="960120"/>
            <a:ext cx="16002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34540" y="10515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☁️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107692" y="1527048"/>
            <a:ext cx="1453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ClusterScan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07692" y="2011680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D8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clusterscans.clamav.io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217420" y="2331720"/>
            <a:ext cx="1234440" cy="18288"/>
          </a:xfrm>
          <a:prstGeom prst="rect">
            <a:avLst/>
          </a:prstGeom>
          <a:solidFill>
            <a:srgbClr val="243447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25980" y="2423160"/>
            <a:ext cx="1417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de tous les nœuds (ou un sous-ensemble via nodeSelector). Orchestre les NodeScans en parallèle.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94760" y="960120"/>
            <a:ext cx="1600200" cy="3200400"/>
          </a:xfrm>
          <a:prstGeom prst="rect">
            <a:avLst/>
          </a:prstGeom>
          <a:solidFill>
            <a:srgbClr val="1B2A3E"/>
          </a:solidFill>
          <a:ln w="12700">
            <a:solidFill>
              <a:srgbClr val="24344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94760" y="960120"/>
            <a:ext cx="16002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10515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867912" y="1527048"/>
            <a:ext cx="1453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ScanPolicy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67912" y="2011680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D8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scanpolicies.clamav.io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977640" y="2331720"/>
            <a:ext cx="1234440" cy="18288"/>
          </a:xfrm>
          <a:prstGeom prst="rect">
            <a:avLst/>
          </a:prstGeom>
          <a:solidFill>
            <a:srgbClr val="243447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86200" y="2423160"/>
            <a:ext cx="1417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réutilisable : chemins, exclusions, ressources, notifications Slack/email, timeout.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54980" y="960120"/>
            <a:ext cx="1600200" cy="3200400"/>
          </a:xfrm>
          <a:prstGeom prst="rect">
            <a:avLst/>
          </a:prstGeom>
          <a:solidFill>
            <a:srgbClr val="1B2A3E"/>
          </a:solidFill>
          <a:ln w="12700">
            <a:solidFill>
              <a:srgbClr val="24344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54980" y="960120"/>
            <a:ext cx="16002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54980" y="10515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🗓️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5628132" y="1527048"/>
            <a:ext cx="1453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ScanSchedule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628132" y="2011680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D8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scanschedules.clamav.io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737860" y="2331720"/>
            <a:ext cx="1234440" cy="18288"/>
          </a:xfrm>
          <a:prstGeom prst="rect">
            <a:avLst/>
          </a:prstGeom>
          <a:solidFill>
            <a:srgbClr val="243447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46420" y="2423160"/>
            <a:ext cx="1417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cron de ClusterScans. Supporte suspend, concurrencyPolicy, historique.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0" y="960120"/>
            <a:ext cx="1600200" cy="3200400"/>
          </a:xfrm>
          <a:prstGeom prst="rect">
            <a:avLst/>
          </a:prstGeom>
          <a:solidFill>
            <a:srgbClr val="1B2A3E"/>
          </a:solidFill>
          <a:ln w="12700">
            <a:solidFill>
              <a:srgbClr val="24344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15200" y="960120"/>
            <a:ext cx="16002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0" y="10515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💾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7388352" y="1527048"/>
            <a:ext cx="1453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ScanCacheResource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88352" y="2011680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D8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scancacheresources.clamav.io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498080" y="2331720"/>
            <a:ext cx="1234440" cy="18288"/>
          </a:xfrm>
          <a:prstGeom prst="rect">
            <a:avLst/>
          </a:prstGeom>
          <a:solidFill>
            <a:srgbClr val="243447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06640" y="2423160"/>
            <a:ext cx="1417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incrémental par nœud. Stocke mtime, taille et résultat par fichier pour éviter les rescans.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9728"/>
            <a:ext cx="54864" cy="5303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109728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 de Scan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667512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(recommandé) vs Remote (legacy)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931920" cy="3931920"/>
          </a:xfrm>
          <a:prstGeom prst="rect">
            <a:avLst/>
          </a:prstGeom>
          <a:solidFill>
            <a:srgbClr val="0D1B2A"/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3931920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01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Standalone  (recommandé)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1600200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5361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clamscan intégré dans l'image scanner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075688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011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 ClamAV embarquées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551176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4871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dépendance réseau externe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026664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96265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Freshclam CronJob pour mises à jour auto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502152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43814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air-gap (image -airgap)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3977640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91363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par défaut du Helm chart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960120"/>
            <a:ext cx="3931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960120"/>
            <a:ext cx="3931920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9601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Remote (legacy)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47488" y="1600200"/>
            <a:ext cx="201168" cy="20116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53619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à un service clamd existant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47488" y="2075688"/>
            <a:ext cx="201168" cy="20116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9240" y="20116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Host/port configurables en values.yaml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47488" y="2551176"/>
            <a:ext cx="201168" cy="20116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49240" y="248716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scanner légère (pas de signatures)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47488" y="3026664"/>
            <a:ext cx="201168" cy="20116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49240" y="2962656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 réseau vers clamd requis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47488" y="3502152"/>
            <a:ext cx="201168" cy="20116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49240" y="3438144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clusters avec clamd déjà en place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47488" y="3977640"/>
            <a:ext cx="201168" cy="20116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49240" y="391363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: scanner.mode: remote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Incrémental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Éviter de rescanner ce qui n'a pas changé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560320" cy="1645920"/>
          </a:xfrm>
          <a:prstGeom prst="rect">
            <a:avLst/>
          </a:prstGeom>
          <a:solidFill>
            <a:srgbClr val="1B2A3E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256032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51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Full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 tous les fichiers à chaque run. Fiable, mais coûteux en CPU et temps.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560320" cy="1645920"/>
          </a:xfrm>
          <a:prstGeom prst="rect">
            <a:avLst/>
          </a:prstGeom>
          <a:solidFill>
            <a:srgbClr val="1B2A3E"/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60120"/>
            <a:ext cx="256032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051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Incremental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37560" y="157276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 uniquement les nouveaux fichiers ou modifiés (mtime + taille). Cache JSON par nœud.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960120"/>
            <a:ext cx="2560320" cy="1645920"/>
          </a:xfrm>
          <a:prstGeom prst="rect">
            <a:avLst/>
          </a:prstGeom>
          <a:solidFill>
            <a:srgbClr val="1B2A3E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960120"/>
            <a:ext cx="25603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051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Smart ★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72200" y="157276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recommandé. Scan incrémental par défaut, full scan tous les N runs (configurable).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7889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ça marche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05840" y="3200400"/>
            <a:ext cx="365760" cy="3657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6210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du cache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9776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scanner charge le cache JSON du nœud (mtime, taille, lastScanned, résultat)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3200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9A7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00400" y="3200400"/>
            <a:ext cx="365760" cy="3657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560320" y="36210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par fichier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60320" y="39776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shouldScanFile() : nouveau ? modifié ? âge &gt; maxFileAgeHours ? → scan sinon skip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26280" y="3200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9A7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394960" y="3200400"/>
            <a:ext cx="365760" cy="3657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9496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36210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&amp; mise à jour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39776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ClamAV scanne, le cache est mis à jour, résultat écrit en JSON + TXT dans RESULTS_DIR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20840" y="3200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9A7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589520" y="3200400"/>
            <a:ext cx="365760" cy="3657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952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49440" y="36210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smart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49440" y="39776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 de runs : tous les N scans incrémentaux un scan full est forcé automatiquement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9728"/>
            <a:ext cx="54864" cy="5303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109728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Helm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667512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en 1 commande, configurable via values.yaml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9875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helm install clamav-operator ./helm/clamav-operator --namespace clamav-system --create-namespace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64792"/>
            <a:ext cx="265176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830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CRDs &amp; RBAC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221992"/>
            <a:ext cx="2651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331720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22199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CRDs auto-installés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679192"/>
            <a:ext cx="265176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788920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67919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crds.keep: true (protection données)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136392"/>
            <a:ext cx="2651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246120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13639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least-privilege scanner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593592"/>
            <a:ext cx="265176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703320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359359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election pour HA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1764792"/>
            <a:ext cx="2651760" cy="411480"/>
          </a:xfrm>
          <a:prstGeom prst="rect">
            <a:avLst/>
          </a:prstGeom>
          <a:solidFill>
            <a:srgbClr val="0D8C75"/>
          </a:solidFill>
          <a:ln w="12700">
            <a:solidFill>
              <a:srgbClr val="0D8C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17830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Observabilité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00400" y="2221992"/>
            <a:ext cx="2651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37560" y="2331720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39312" y="222199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ServiceMonitor Prometheus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0" y="2679192"/>
            <a:ext cx="265176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37560" y="2788920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39312" y="267919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PrometheusRules pré-configurées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0" y="3136392"/>
            <a:ext cx="2651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37560" y="3246120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39312" y="313639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: Malware / ScanFailed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0" y="3593592"/>
            <a:ext cx="265176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37560" y="3703320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39312" y="359359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clamav_* exposées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035040" y="1764792"/>
            <a:ext cx="26517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5040" y="17830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Air-gap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035040" y="2221992"/>
            <a:ext cx="2651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2200" y="2331720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73952" y="222199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distroless non-root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035040" y="2679192"/>
            <a:ext cx="265176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72200" y="2788920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73952" y="267919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scanner -airgap disponible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035040" y="3136392"/>
            <a:ext cx="2651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72200" y="3246120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73952" y="313639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NetworkPolicy optionnelle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035040" y="3593592"/>
            <a:ext cx="265176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72200" y="3703320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73952" y="359359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scan CI/CD intégré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Helm test disponible :  helm test clamav-operator --namespace clamav-system  (vérifie /healthz, /readyz, /metrics)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Alertes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Observabilité complète avec Prometheus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965960" cy="1005840"/>
          </a:xfrm>
          <a:prstGeom prst="rect">
            <a:avLst/>
          </a:prstGeom>
          <a:solidFill>
            <a:srgbClr val="1B2A3E"/>
          </a:solidFill>
          <a:ln w="12700">
            <a:solidFill>
              <a:srgbClr val="24344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196596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33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38912" y="13075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C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clamav_nodescan_running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70078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8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en cours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960120"/>
            <a:ext cx="1965960" cy="1005840"/>
          </a:xfrm>
          <a:prstGeom prst="rect">
            <a:avLst/>
          </a:prstGeom>
          <a:solidFill>
            <a:srgbClr val="1B2A3E"/>
          </a:solidFill>
          <a:ln w="12700">
            <a:solidFill>
              <a:srgbClr val="24344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960120"/>
            <a:ext cx="196596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033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87752" y="13075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C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clamav_files_scanned_total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14600" y="170078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8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scannés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960120"/>
            <a:ext cx="1965960" cy="1005840"/>
          </a:xfrm>
          <a:prstGeom prst="rect">
            <a:avLst/>
          </a:prstGeom>
          <a:solidFill>
            <a:srgbClr val="1B2A3E"/>
          </a:solidFill>
          <a:ln w="12700">
            <a:solidFill>
              <a:srgbClr val="24344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960120"/>
            <a:ext cx="196596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033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36592" y="13075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C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clamav_files_infected_total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3440" y="170078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8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Infections détectées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12280" y="960120"/>
            <a:ext cx="1965960" cy="1005840"/>
          </a:xfrm>
          <a:prstGeom prst="rect">
            <a:avLst/>
          </a:prstGeom>
          <a:solidFill>
            <a:srgbClr val="1B2A3E"/>
          </a:solidFill>
          <a:ln w="12700">
            <a:solidFill>
              <a:srgbClr val="24344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12280" y="960120"/>
            <a:ext cx="196596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1033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85432" y="13075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C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clamav_scan_duration_seconds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12280" y="170078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8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de scan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20574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8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métriques incrémentales : clamav_incremental_files_skipped_total, clamav_strategy_used_total, …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2423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PrometheusRule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2816352"/>
            <a:ext cx="2651760" cy="2011680"/>
          </a:xfrm>
          <a:prstGeom prst="rect">
            <a:avLst/>
          </a:prstGeom>
          <a:solidFill>
            <a:srgbClr val="1B2A3E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2816352"/>
            <a:ext cx="265176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2907792"/>
            <a:ext cx="822960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29077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38912" y="32004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ClamAVMalwareDetected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38912" y="3630168"/>
            <a:ext cx="25146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630168"/>
            <a:ext cx="2478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increase(clamav_files_infected_total[5m]) &gt; 0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38912" y="409651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détecté sur un nœud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0" y="2816352"/>
            <a:ext cx="2651760" cy="2011680"/>
          </a:xfrm>
          <a:prstGeom prst="rect">
            <a:avLst/>
          </a:prstGeom>
          <a:solidFill>
            <a:srgbClr val="1B2A3E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0" y="2816352"/>
            <a:ext cx="26517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91840" y="2907792"/>
            <a:ext cx="82296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0" y="29077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273552" y="32004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ClamAVScanFailed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273552" y="3630168"/>
            <a:ext cx="25146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1840" y="3630168"/>
            <a:ext cx="2478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clamav_nodescan_failed &gt; 0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273552" y="409651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ou plusieurs scans ont échoué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035040" y="2816352"/>
            <a:ext cx="2651760" cy="2011680"/>
          </a:xfrm>
          <a:prstGeom prst="rect">
            <a:avLst/>
          </a:prstGeom>
          <a:solidFill>
            <a:srgbClr val="1B2A3E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035040" y="2816352"/>
            <a:ext cx="26517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26480" y="2907792"/>
            <a:ext cx="82296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26480" y="29077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108192" y="32004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ClamAVNoRecentScans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108192" y="3630168"/>
            <a:ext cx="25146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26480" y="3630168"/>
            <a:ext cx="2478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time() - clamav_nodescan_last_completion_timestamp &gt; 86400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108192" y="409651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scan depuis 24h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9728"/>
            <a:ext cx="54864" cy="5303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109728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&amp; Qualité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667512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workflows GitHub Actions — Tests, Sécurité, Multi-arch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5029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87552"/>
            <a:ext cx="731520" cy="640080"/>
          </a:xfrm>
          <a:prstGeom prst="rect">
            <a:avLst/>
          </a:prstGeom>
          <a:solidFill>
            <a:srgbClr val="0D8C75"/>
          </a:solidFill>
          <a:ln w="12700">
            <a:solidFill>
              <a:srgbClr val="0D8C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8755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88720" y="9875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B2A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test.yml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1234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vet + tests + lint golangci + Helm lint + Node.js 40 tests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5029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737360"/>
            <a:ext cx="73152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373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88720" y="17373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B2A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docker-build.yml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19842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multi-arch (amd64 + arm64), push GHCR, Trivy SARIF scan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487168"/>
            <a:ext cx="5029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487168"/>
            <a:ext cx="73152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48716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88720" y="24871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B2A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release.yml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273405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semver auto, dist/install.yaml, CHANGELOG, tag docker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236976"/>
            <a:ext cx="5029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236976"/>
            <a:ext cx="731520" cy="6400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236976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88720" y="323697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1B2A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commit-validation.yml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88720" y="348386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Commits enforced sur chaque PR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986784"/>
            <a:ext cx="5029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986784"/>
            <a:ext cx="731520" cy="6400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98678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88720" y="39867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1B2A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dependabot-automerge.yml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88720" y="4233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Auto-merge Dependabot patch PRs après CI verte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760720" y="960120"/>
            <a:ext cx="1417320" cy="1737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760720" y="11430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5760720" y="18288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Node.js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760720" y="220370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8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— 100% pass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15200" y="960120"/>
            <a:ext cx="1417320" cy="1737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315200" y="11430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7315200" y="18288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15200" y="220370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8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linux/amd64 + arm64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760720" y="2880360"/>
            <a:ext cx="1417320" cy="1737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760720" y="30632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40" name="Text 38"/>
          <p:cNvSpPr/>
          <p:nvPr/>
        </p:nvSpPr>
        <p:spPr>
          <a:xfrm>
            <a:off x="5760720" y="37490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CI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760720" y="412394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8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315200" y="2880360"/>
            <a:ext cx="1417320" cy="1737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315200" y="30632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</a:t>
            </a:r>
            <a:endParaRPr lang="en-US" sz="3600" dirty="0"/>
          </a:p>
        </p:txBody>
      </p:sp>
      <p:sp>
        <p:nvSpPr>
          <p:cNvPr id="44" name="Text 42"/>
          <p:cNvSpPr/>
          <p:nvPr/>
        </p:nvSpPr>
        <p:spPr>
          <a:xfrm>
            <a:off x="7315200" y="37490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315200" y="412394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8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SARIF → GitHub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Ready ✓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L'opérateur est prêt à être déployé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est en place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CRDs avec webhooks de validation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837944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8379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contrôleurs (NodeScan, ClusterScan, Schedule)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258568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2585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incrémental smart par nœud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67919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6791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chart v1.1.0 complet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099816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30998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tests Node.js + tests Go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352044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35204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multi-arch avec Trivy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3941064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9410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Prometheus + alertes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361688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43616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corrigé et production-safe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9875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46320" y="1389888"/>
            <a:ext cx="3931920" cy="621792"/>
          </a:xfrm>
          <a:prstGeom prst="rect">
            <a:avLst/>
          </a:prstGeom>
          <a:solidFill>
            <a:srgbClr val="1B2A3E"/>
          </a:solidFill>
          <a:ln w="12700">
            <a:solidFill>
              <a:srgbClr val="24344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56048" y="1508760"/>
            <a:ext cx="320040" cy="3200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76672" y="141732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initial vers GHCR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76672" y="17099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et publier les images v0.1.0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2103120"/>
            <a:ext cx="3931920" cy="621792"/>
          </a:xfrm>
          <a:prstGeom prst="rect">
            <a:avLst/>
          </a:prstGeom>
          <a:solidFill>
            <a:srgbClr val="1B2A3E"/>
          </a:solidFill>
          <a:ln w="12700">
            <a:solidFill>
              <a:srgbClr val="24344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56048" y="2221992"/>
            <a:ext cx="320040" cy="3200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22219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76672" y="213055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cluster de test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76672" y="242316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install sur un cluster de staging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2816352"/>
            <a:ext cx="3931920" cy="621792"/>
          </a:xfrm>
          <a:prstGeom prst="rect">
            <a:avLst/>
          </a:prstGeom>
          <a:solidFill>
            <a:srgbClr val="1B2A3E"/>
          </a:solidFill>
          <a:ln w="12700">
            <a:solidFill>
              <a:srgbClr val="24344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956048" y="2935224"/>
            <a:ext cx="320040" cy="3200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56048" y="29352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76672" y="284378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ClusterScan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76672" y="313639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le scan complet sur tous les nœuds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3529584"/>
            <a:ext cx="3931920" cy="621792"/>
          </a:xfrm>
          <a:prstGeom prst="rect">
            <a:avLst/>
          </a:prstGeom>
          <a:solidFill>
            <a:srgbClr val="1B2A3E"/>
          </a:solidFill>
          <a:ln w="12700">
            <a:solidFill>
              <a:srgbClr val="24344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956048" y="3648456"/>
            <a:ext cx="320040" cy="3200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56048" y="36484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76672" y="355701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end-to-end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376672" y="384962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les tests e2e (make test-e2e)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46320" y="4242816"/>
            <a:ext cx="3931920" cy="621792"/>
          </a:xfrm>
          <a:prstGeom prst="rect">
            <a:avLst/>
          </a:prstGeom>
          <a:solidFill>
            <a:srgbClr val="1B2A3E"/>
          </a:solidFill>
          <a:ln w="12700">
            <a:solidFill>
              <a:srgbClr val="24344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956048" y="4361688"/>
            <a:ext cx="320040" cy="3200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56048" y="43616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5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376672" y="42702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OLM / OperatorHub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376672" y="456285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Publier sur OperatorHub pour distribution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github.com/SolucTeam/clamav-operator  •  Apache License 2.0  •  v0.1.0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ClamAV Operator — Présentation Équipe</dc:title>
  <dc:subject>PptxGenJS Presentation</dc:subject>
  <dc:creator>Aziz</dc:creator>
  <cp:lastModifiedBy>Aziz</cp:lastModifiedBy>
  <cp:revision>1</cp:revision>
  <dcterms:created xsi:type="dcterms:W3CDTF">2026-02-28T10:13:22Z</dcterms:created>
  <dcterms:modified xsi:type="dcterms:W3CDTF">2026-02-28T10:13:22Z</dcterms:modified>
</cp:coreProperties>
</file>